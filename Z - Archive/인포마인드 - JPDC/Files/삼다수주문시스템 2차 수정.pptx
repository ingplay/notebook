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38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7136F-EC21-4AD7-BBE1-D3213A62D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2D577F-ECF8-4A2B-81A1-4D25FE075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EEA2CF-EBE2-4A1B-BDCC-7E304769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80029A-8725-41AA-A584-EFAD90AE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380E87-047A-43A3-9DF6-39DB22EF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99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38D02-6908-4349-AC00-6FA4F85E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DC849-4C3D-4BCA-982C-264FD4EC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4A306-C498-425D-A86E-BAF9D477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09D0A-8D6C-4783-A4C0-22CF135A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6D75F7-18BE-4A63-A60B-CAA63585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30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8C1C4-28BC-479D-9B29-56DD6307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6E5AAC-96F4-497E-B5DF-E1F90299C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E66DE-C6CB-415C-95F0-1DC4B040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17693E-904F-4FBA-A308-16014A77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EB16E5-BA3F-4399-A1BC-8F95621A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57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0121E-1764-4548-AA23-52DF40FC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AD995-C088-4CAA-AB5A-A7F42F932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C3A785-7BFA-4B5A-A1F2-EAD4218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062341-BBB2-438E-9FED-EB3A455B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674474-1014-4D07-9D78-511B1017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00ED83-974B-4C7D-A405-85F546E5F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5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AD5FB-703F-4679-BB9D-F3651D8CD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63B55C-E777-449F-BF5A-0BC9D43AC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C43F16-E293-4A94-8323-0EC052FD9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D99DC1-C0E4-404D-BF4C-92F37AF39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52F708-200C-427E-97AA-16AABF003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37A3B1-743E-454C-9136-6632826F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76457B-ABDE-40D6-9CC0-EDAB0BCD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4576D3-59F1-4E2C-9FDF-69C604507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94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F8CFA-6AB1-44DA-B671-F4043888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AD7276-5B32-40E7-A2E1-C61CBF7A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B07047-F290-44FC-9607-384C7C90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B0155C-78A4-4CB5-AA49-52744E6A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6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3FCCF7-C8CD-4977-A507-0249D5C4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0A518F-56FF-48E6-822E-C1D6A7E0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F015B7-146A-4DF7-9563-2182C3F7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84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F09AD-B722-44E7-AF69-863D49A4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BEC5D-F174-44D3-9922-DF99BF703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48A48A-6B70-485B-94A4-D73877191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8F2784-253D-49CE-87AE-261F0F1A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3B4A8-5D38-4104-A490-87D3E8FE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D1DA8-BAC4-4262-8460-B25903B2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4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03D9B-0A2F-4633-B69E-55DE227E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8BCB5D-4D89-4794-B793-BD70735C5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29F49B-2AAB-4AE2-9AF5-F3FAD0A1E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966B8C-F703-4EA5-BC61-EBA7B6BF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72185-291B-4538-A699-E31816E4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8A99F2-F7FC-4F42-BB74-7DDDFB34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30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7C5F3-B160-45B7-A1EE-E147F725A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6AD4E6-0AFF-4CD0-BF76-525E8C698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3017A-D005-47FA-AAB3-C4F92B9D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FB1F21-BE5E-4131-93DF-90784BB7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94626C-AAB0-49A0-A58B-AADF3855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02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421D78-6D6E-4F03-BA21-EF91E87D6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18332-FDE4-4590-AEC4-36BBD1E7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C96289-181B-48F3-94C2-3336469D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A55748-7290-4A72-8E2E-2FC100812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D8539-6310-45DE-8051-4959F03C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97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79B7B0-1074-4E77-88BE-9A09CE0F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65D4ED-B6B1-4085-9E4D-994BF48E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DD55A3-1460-48C8-8A41-A18A7F093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B8A07-E45B-4027-9E74-3E581DEF4732}" type="datetimeFigureOut">
              <a:rPr lang="ko-KR" altLang="en-US" smtClean="0"/>
              <a:t>2024-08-12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0B7251-3B65-48C8-9E78-797BE6AEE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DCC49-C9E6-417B-B92D-BBD3B9346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3E361-AB26-4F46-8200-441F0B1CB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8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5CA7C6D-0497-4415-B220-2122769863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7" t="9729" r="17781" b="15015"/>
          <a:stretch/>
        </p:blipFill>
        <p:spPr>
          <a:xfrm>
            <a:off x="1301170" y="144033"/>
            <a:ext cx="9589660" cy="656601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CEC121-D377-46E0-A273-D4667E273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162" y="3429000"/>
            <a:ext cx="1666875" cy="609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25CB44-56B4-4681-8224-211B89353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999" y="3581400"/>
            <a:ext cx="1287780" cy="457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630CE6-FDDE-4EDF-AA5A-B7F601EC8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859" y="3360420"/>
            <a:ext cx="2026920" cy="220980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3D06318-C2B0-4526-B104-8B75642A1489}"/>
              </a:ext>
            </a:extLst>
          </p:cNvPr>
          <p:cNvSpPr/>
          <p:nvPr/>
        </p:nvSpPr>
        <p:spPr>
          <a:xfrm>
            <a:off x="8461859" y="3360420"/>
            <a:ext cx="2125178" cy="678180"/>
          </a:xfrm>
          <a:prstGeom prst="roundRect">
            <a:avLst>
              <a:gd name="adj" fmla="val 6487"/>
            </a:avLst>
          </a:prstGeom>
          <a:noFill/>
          <a:ln w="508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673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41164C45-731C-4A86-9AD1-1066F9353ED3}"/>
              </a:ext>
            </a:extLst>
          </p:cNvPr>
          <p:cNvGrpSpPr/>
          <p:nvPr/>
        </p:nvGrpSpPr>
        <p:grpSpPr>
          <a:xfrm>
            <a:off x="2191667" y="529389"/>
            <a:ext cx="7821573" cy="6239208"/>
            <a:chOff x="1797349" y="0"/>
            <a:chExt cx="8597301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1D6A8D0-173F-4F04-86C5-6DDD89FC7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7350" y="0"/>
              <a:ext cx="8597300" cy="6858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F9342A0-E120-46E7-BB7B-F3814848A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01" t="14379" r="1366"/>
            <a:stretch/>
          </p:blipFill>
          <p:spPr>
            <a:xfrm>
              <a:off x="1797349" y="1347537"/>
              <a:ext cx="8597300" cy="1655543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D5FDA953-A5EA-48EE-9956-78B9DA953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17" y="5317165"/>
            <a:ext cx="1655545" cy="553751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E7C2002-432C-433C-A585-3CB78B87B855}"/>
              </a:ext>
            </a:extLst>
          </p:cNvPr>
          <p:cNvSpPr/>
          <p:nvPr/>
        </p:nvSpPr>
        <p:spPr>
          <a:xfrm>
            <a:off x="7888062" y="5317164"/>
            <a:ext cx="1775702" cy="615965"/>
          </a:xfrm>
          <a:prstGeom prst="roundRect">
            <a:avLst>
              <a:gd name="adj" fmla="val 6487"/>
            </a:avLst>
          </a:prstGeom>
          <a:noFill/>
          <a:ln w="508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E974C52-C883-4AE4-9FB5-3368DD93643B}"/>
              </a:ext>
            </a:extLst>
          </p:cNvPr>
          <p:cNvSpPr/>
          <p:nvPr/>
        </p:nvSpPr>
        <p:spPr>
          <a:xfrm>
            <a:off x="4358797" y="1748076"/>
            <a:ext cx="6515149" cy="1596486"/>
          </a:xfrm>
          <a:prstGeom prst="roundRect">
            <a:avLst>
              <a:gd name="adj" fmla="val 6487"/>
            </a:avLst>
          </a:prstGeom>
          <a:noFill/>
          <a:ln w="508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6D91AC5-53F0-4630-AE4D-7D3E3E7477F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024" t="54742" r="29262" b="31696"/>
          <a:stretch/>
        </p:blipFill>
        <p:spPr>
          <a:xfrm>
            <a:off x="7782973" y="2594919"/>
            <a:ext cx="3012672" cy="6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64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2024-08-12T00:02:58Z</dcterms:created>
  <dcterms:modified xsi:type="dcterms:W3CDTF">2024-08-12T00:33:22Z</dcterms:modified>
</cp:coreProperties>
</file>