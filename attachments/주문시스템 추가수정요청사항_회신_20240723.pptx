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8" r:id="rId3"/>
    <p:sldId id="266" r:id="rId4"/>
    <p:sldId id="269" r:id="rId5"/>
    <p:sldId id="267" r:id="rId6"/>
    <p:sldId id="270" r:id="rId7"/>
    <p:sldId id="265" r:id="rId8"/>
    <p:sldId id="271" r:id="rId9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44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8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seok Choi" userId="15b35e18831287ca" providerId="LiveId" clId="{FC01457F-EF55-4A5F-A36F-B0286B80C97E}"/>
    <pc:docChg chg="custSel modSld">
      <pc:chgData name="Hyunseok Choi" userId="15b35e18831287ca" providerId="LiveId" clId="{FC01457F-EF55-4A5F-A36F-B0286B80C97E}" dt="2024-07-23T07:14:46.843" v="3"/>
      <pc:docMkLst>
        <pc:docMk/>
      </pc:docMkLst>
      <pc:sldChg chg="addSp delSp modSp mod">
        <pc:chgData name="Hyunseok Choi" userId="15b35e18831287ca" providerId="LiveId" clId="{FC01457F-EF55-4A5F-A36F-B0286B80C97E}" dt="2024-07-23T07:13:51.578" v="1"/>
        <pc:sldMkLst>
          <pc:docMk/>
          <pc:sldMk cId="3086472419" sldId="266"/>
        </pc:sldMkLst>
        <pc:spChg chg="add mod">
          <ac:chgData name="Hyunseok Choi" userId="15b35e18831287ca" providerId="LiveId" clId="{FC01457F-EF55-4A5F-A36F-B0286B80C97E}" dt="2024-07-23T07:13:51.578" v="1"/>
          <ac:spMkLst>
            <pc:docMk/>
            <pc:sldMk cId="3086472419" sldId="266"/>
            <ac:spMk id="3" creationId="{AE8D090A-1C16-5AB4-7E87-FAA884FEEFD9}"/>
          </ac:spMkLst>
        </pc:spChg>
        <pc:spChg chg="del">
          <ac:chgData name="Hyunseok Choi" userId="15b35e18831287ca" providerId="LiveId" clId="{FC01457F-EF55-4A5F-A36F-B0286B80C97E}" dt="2024-07-23T07:13:51.285" v="0" actId="478"/>
          <ac:spMkLst>
            <pc:docMk/>
            <pc:sldMk cId="3086472419" sldId="266"/>
            <ac:spMk id="4" creationId="{6BA6B9A2-6F34-4E90-A63B-565DD4627F68}"/>
          </ac:spMkLst>
        </pc:spChg>
        <pc:spChg chg="add mod">
          <ac:chgData name="Hyunseok Choi" userId="15b35e18831287ca" providerId="LiveId" clId="{FC01457F-EF55-4A5F-A36F-B0286B80C97E}" dt="2024-07-23T07:13:51.578" v="1"/>
          <ac:spMkLst>
            <pc:docMk/>
            <pc:sldMk cId="3086472419" sldId="266"/>
            <ac:spMk id="5" creationId="{3685FC62-6A1C-6F03-6093-00C873929700}"/>
          </ac:spMkLst>
        </pc:spChg>
        <pc:spChg chg="add mod">
          <ac:chgData name="Hyunseok Choi" userId="15b35e18831287ca" providerId="LiveId" clId="{FC01457F-EF55-4A5F-A36F-B0286B80C97E}" dt="2024-07-23T07:13:51.578" v="1"/>
          <ac:spMkLst>
            <pc:docMk/>
            <pc:sldMk cId="3086472419" sldId="266"/>
            <ac:spMk id="6" creationId="{F04795B3-25E2-37CF-A26B-5C16A535A6F3}"/>
          </ac:spMkLst>
        </pc:spChg>
        <pc:spChg chg="add mod">
          <ac:chgData name="Hyunseok Choi" userId="15b35e18831287ca" providerId="LiveId" clId="{FC01457F-EF55-4A5F-A36F-B0286B80C97E}" dt="2024-07-23T07:13:51.578" v="1"/>
          <ac:spMkLst>
            <pc:docMk/>
            <pc:sldMk cId="3086472419" sldId="266"/>
            <ac:spMk id="7" creationId="{E272B355-5808-FB73-0BC1-6F47FADE231B}"/>
          </ac:spMkLst>
        </pc:spChg>
        <pc:spChg chg="add mod">
          <ac:chgData name="Hyunseok Choi" userId="15b35e18831287ca" providerId="LiveId" clId="{FC01457F-EF55-4A5F-A36F-B0286B80C97E}" dt="2024-07-23T07:13:51.578" v="1"/>
          <ac:spMkLst>
            <pc:docMk/>
            <pc:sldMk cId="3086472419" sldId="266"/>
            <ac:spMk id="9" creationId="{6EE9E603-DABC-26D9-503D-9227ED6AA20B}"/>
          </ac:spMkLst>
        </pc:spChg>
        <pc:spChg chg="del">
          <ac:chgData name="Hyunseok Choi" userId="15b35e18831287ca" providerId="LiveId" clId="{FC01457F-EF55-4A5F-A36F-B0286B80C97E}" dt="2024-07-23T07:13:51.285" v="0" actId="478"/>
          <ac:spMkLst>
            <pc:docMk/>
            <pc:sldMk cId="3086472419" sldId="266"/>
            <ac:spMk id="10" creationId="{003E53EF-B3DF-4A4D-985A-95E8B9AD551F}"/>
          </ac:spMkLst>
        </pc:spChg>
        <pc:spChg chg="add mod">
          <ac:chgData name="Hyunseok Choi" userId="15b35e18831287ca" providerId="LiveId" clId="{FC01457F-EF55-4A5F-A36F-B0286B80C97E}" dt="2024-07-23T07:13:51.578" v="1"/>
          <ac:spMkLst>
            <pc:docMk/>
            <pc:sldMk cId="3086472419" sldId="266"/>
            <ac:spMk id="11" creationId="{84E852A0-03B0-43A8-67FC-2D7B8A0FA4CE}"/>
          </ac:spMkLst>
        </pc:spChg>
        <pc:spChg chg="add mod">
          <ac:chgData name="Hyunseok Choi" userId="15b35e18831287ca" providerId="LiveId" clId="{FC01457F-EF55-4A5F-A36F-B0286B80C97E}" dt="2024-07-23T07:13:51.578" v="1"/>
          <ac:spMkLst>
            <pc:docMk/>
            <pc:sldMk cId="3086472419" sldId="266"/>
            <ac:spMk id="12" creationId="{B7FFA54F-97F9-2F6A-F25F-68083EF1EA1B}"/>
          </ac:spMkLst>
        </pc:spChg>
        <pc:spChg chg="del">
          <ac:chgData name="Hyunseok Choi" userId="15b35e18831287ca" providerId="LiveId" clId="{FC01457F-EF55-4A5F-A36F-B0286B80C97E}" dt="2024-07-23T07:13:51.285" v="0" actId="478"/>
          <ac:spMkLst>
            <pc:docMk/>
            <pc:sldMk cId="3086472419" sldId="266"/>
            <ac:spMk id="17" creationId="{0C5D7DFB-698E-4A7B-87BC-379E630CE67A}"/>
          </ac:spMkLst>
        </pc:spChg>
        <pc:spChg chg="del">
          <ac:chgData name="Hyunseok Choi" userId="15b35e18831287ca" providerId="LiveId" clId="{FC01457F-EF55-4A5F-A36F-B0286B80C97E}" dt="2024-07-23T07:13:51.285" v="0" actId="478"/>
          <ac:spMkLst>
            <pc:docMk/>
            <pc:sldMk cId="3086472419" sldId="266"/>
            <ac:spMk id="19" creationId="{9C659C66-1871-4E7B-B52E-4794DFF34C00}"/>
          </ac:spMkLst>
        </pc:spChg>
        <pc:spChg chg="del">
          <ac:chgData name="Hyunseok Choi" userId="15b35e18831287ca" providerId="LiveId" clId="{FC01457F-EF55-4A5F-A36F-B0286B80C97E}" dt="2024-07-23T07:13:51.285" v="0" actId="478"/>
          <ac:spMkLst>
            <pc:docMk/>
            <pc:sldMk cId="3086472419" sldId="266"/>
            <ac:spMk id="20" creationId="{A956E155-C1AF-44A3-AE3E-83FEA1D87448}"/>
          </ac:spMkLst>
        </pc:spChg>
        <pc:spChg chg="del">
          <ac:chgData name="Hyunseok Choi" userId="15b35e18831287ca" providerId="LiveId" clId="{FC01457F-EF55-4A5F-A36F-B0286B80C97E}" dt="2024-07-23T07:13:51.285" v="0" actId="478"/>
          <ac:spMkLst>
            <pc:docMk/>
            <pc:sldMk cId="3086472419" sldId="266"/>
            <ac:spMk id="21" creationId="{2EDFE55E-7930-4B16-9676-FA5E972F14ED}"/>
          </ac:spMkLst>
        </pc:spChg>
        <pc:spChg chg="del">
          <ac:chgData name="Hyunseok Choi" userId="15b35e18831287ca" providerId="LiveId" clId="{FC01457F-EF55-4A5F-A36F-B0286B80C97E}" dt="2024-07-23T07:13:51.285" v="0" actId="478"/>
          <ac:spMkLst>
            <pc:docMk/>
            <pc:sldMk cId="3086472419" sldId="266"/>
            <ac:spMk id="22" creationId="{8508EE6F-6AF7-4ECB-9CC4-62444C0CE2F7}"/>
          </ac:spMkLst>
        </pc:spChg>
        <pc:picChg chg="add mod">
          <ac:chgData name="Hyunseok Choi" userId="15b35e18831287ca" providerId="LiveId" clId="{FC01457F-EF55-4A5F-A36F-B0286B80C97E}" dt="2024-07-23T07:13:51.578" v="1"/>
          <ac:picMkLst>
            <pc:docMk/>
            <pc:sldMk cId="3086472419" sldId="266"/>
            <ac:picMk id="2" creationId="{28BC2A3F-D662-A7FA-D3E5-1E17BCCAF321}"/>
          </ac:picMkLst>
        </pc:picChg>
        <pc:picChg chg="del">
          <ac:chgData name="Hyunseok Choi" userId="15b35e18831287ca" providerId="LiveId" clId="{FC01457F-EF55-4A5F-A36F-B0286B80C97E}" dt="2024-07-23T07:13:51.285" v="0" actId="478"/>
          <ac:picMkLst>
            <pc:docMk/>
            <pc:sldMk cId="3086472419" sldId="266"/>
            <ac:picMk id="8" creationId="{B74CF761-BC59-4F12-9AF4-CB1BA2824D0E}"/>
          </ac:picMkLst>
        </pc:picChg>
      </pc:sldChg>
      <pc:sldChg chg="addSp delSp modSp mod">
        <pc:chgData name="Hyunseok Choi" userId="15b35e18831287ca" providerId="LiveId" clId="{FC01457F-EF55-4A5F-A36F-B0286B80C97E}" dt="2024-07-23T07:14:46.843" v="3"/>
        <pc:sldMkLst>
          <pc:docMk/>
          <pc:sldMk cId="2941354830" sldId="267"/>
        </pc:sldMkLst>
        <pc:spChg chg="del">
          <ac:chgData name="Hyunseok Choi" userId="15b35e18831287ca" providerId="LiveId" clId="{FC01457F-EF55-4A5F-A36F-B0286B80C97E}" dt="2024-07-23T07:14:41.518" v="2" actId="478"/>
          <ac:spMkLst>
            <pc:docMk/>
            <pc:sldMk cId="2941354830" sldId="267"/>
            <ac:spMk id="4" creationId="{6BA6B9A2-6F34-4E90-A63B-565DD4627F68}"/>
          </ac:spMkLst>
        </pc:spChg>
        <pc:spChg chg="add mod">
          <ac:chgData name="Hyunseok Choi" userId="15b35e18831287ca" providerId="LiveId" clId="{FC01457F-EF55-4A5F-A36F-B0286B80C97E}" dt="2024-07-23T07:14:46.843" v="3"/>
          <ac:spMkLst>
            <pc:docMk/>
            <pc:sldMk cId="2941354830" sldId="267"/>
            <ac:spMk id="5" creationId="{052E0C70-688A-EDF8-557D-F7AEBD887E40}"/>
          </ac:spMkLst>
        </pc:spChg>
        <pc:spChg chg="add mod">
          <ac:chgData name="Hyunseok Choi" userId="15b35e18831287ca" providerId="LiveId" clId="{FC01457F-EF55-4A5F-A36F-B0286B80C97E}" dt="2024-07-23T07:14:46.843" v="3"/>
          <ac:spMkLst>
            <pc:docMk/>
            <pc:sldMk cId="2941354830" sldId="267"/>
            <ac:spMk id="6" creationId="{3F5F9A31-87BC-D89D-1533-CCAD499A0055}"/>
          </ac:spMkLst>
        </pc:spChg>
        <pc:spChg chg="add mod">
          <ac:chgData name="Hyunseok Choi" userId="15b35e18831287ca" providerId="LiveId" clId="{FC01457F-EF55-4A5F-A36F-B0286B80C97E}" dt="2024-07-23T07:14:46.843" v="3"/>
          <ac:spMkLst>
            <pc:docMk/>
            <pc:sldMk cId="2941354830" sldId="267"/>
            <ac:spMk id="7" creationId="{3060E7C7-3A56-74EC-5FA4-98E52D2B5D7A}"/>
          </ac:spMkLst>
        </pc:spChg>
        <pc:spChg chg="add mod">
          <ac:chgData name="Hyunseok Choi" userId="15b35e18831287ca" providerId="LiveId" clId="{FC01457F-EF55-4A5F-A36F-B0286B80C97E}" dt="2024-07-23T07:14:46.843" v="3"/>
          <ac:spMkLst>
            <pc:docMk/>
            <pc:sldMk cId="2941354830" sldId="267"/>
            <ac:spMk id="8" creationId="{217B4FB6-4640-E1DC-EE14-4D755639F69A}"/>
          </ac:spMkLst>
        </pc:spChg>
        <pc:spChg chg="add mod">
          <ac:chgData name="Hyunseok Choi" userId="15b35e18831287ca" providerId="LiveId" clId="{FC01457F-EF55-4A5F-A36F-B0286B80C97E}" dt="2024-07-23T07:14:46.843" v="3"/>
          <ac:spMkLst>
            <pc:docMk/>
            <pc:sldMk cId="2941354830" sldId="267"/>
            <ac:spMk id="9" creationId="{EEE59703-BABF-5BB0-6AF6-12856382C79C}"/>
          </ac:spMkLst>
        </pc:spChg>
        <pc:spChg chg="add mod">
          <ac:chgData name="Hyunseok Choi" userId="15b35e18831287ca" providerId="LiveId" clId="{FC01457F-EF55-4A5F-A36F-B0286B80C97E}" dt="2024-07-23T07:14:46.843" v="3"/>
          <ac:spMkLst>
            <pc:docMk/>
            <pc:sldMk cId="2941354830" sldId="267"/>
            <ac:spMk id="10" creationId="{3F1F83C1-132A-A9DF-B2BE-33BB0BD702D0}"/>
          </ac:spMkLst>
        </pc:spChg>
        <pc:spChg chg="del">
          <ac:chgData name="Hyunseok Choi" userId="15b35e18831287ca" providerId="LiveId" clId="{FC01457F-EF55-4A5F-A36F-B0286B80C97E}" dt="2024-07-23T07:14:41.518" v="2" actId="478"/>
          <ac:spMkLst>
            <pc:docMk/>
            <pc:sldMk cId="2941354830" sldId="267"/>
            <ac:spMk id="11" creationId="{82AB8F6D-DADD-4F9E-9445-5C3E64EE4942}"/>
          </ac:spMkLst>
        </pc:spChg>
        <pc:spChg chg="del">
          <ac:chgData name="Hyunseok Choi" userId="15b35e18831287ca" providerId="LiveId" clId="{FC01457F-EF55-4A5F-A36F-B0286B80C97E}" dt="2024-07-23T07:14:41.518" v="2" actId="478"/>
          <ac:spMkLst>
            <pc:docMk/>
            <pc:sldMk cId="2941354830" sldId="267"/>
            <ac:spMk id="12" creationId="{0F950CEE-0CFB-45D6-BFD6-D67524086BDA}"/>
          </ac:spMkLst>
        </pc:spChg>
        <pc:spChg chg="del">
          <ac:chgData name="Hyunseok Choi" userId="15b35e18831287ca" providerId="LiveId" clId="{FC01457F-EF55-4A5F-A36F-B0286B80C97E}" dt="2024-07-23T07:14:41.518" v="2" actId="478"/>
          <ac:spMkLst>
            <pc:docMk/>
            <pc:sldMk cId="2941354830" sldId="267"/>
            <ac:spMk id="13" creationId="{CE0E10F0-DF70-4698-A2BD-6BE20D488DC5}"/>
          </ac:spMkLst>
        </pc:spChg>
        <pc:spChg chg="del">
          <ac:chgData name="Hyunseok Choi" userId="15b35e18831287ca" providerId="LiveId" clId="{FC01457F-EF55-4A5F-A36F-B0286B80C97E}" dt="2024-07-23T07:14:41.518" v="2" actId="478"/>
          <ac:spMkLst>
            <pc:docMk/>
            <pc:sldMk cId="2941354830" sldId="267"/>
            <ac:spMk id="14" creationId="{DFA756CE-C693-4D3A-B2C8-FEC876E14781}"/>
          </ac:spMkLst>
        </pc:spChg>
        <pc:spChg chg="del">
          <ac:chgData name="Hyunseok Choi" userId="15b35e18831287ca" providerId="LiveId" clId="{FC01457F-EF55-4A5F-A36F-B0286B80C97E}" dt="2024-07-23T07:14:41.518" v="2" actId="478"/>
          <ac:spMkLst>
            <pc:docMk/>
            <pc:sldMk cId="2941354830" sldId="267"/>
            <ac:spMk id="15" creationId="{8881FB4D-3BF7-489A-A671-477EA74926D0}"/>
          </ac:spMkLst>
        </pc:spChg>
        <pc:spChg chg="add mod">
          <ac:chgData name="Hyunseok Choi" userId="15b35e18831287ca" providerId="LiveId" clId="{FC01457F-EF55-4A5F-A36F-B0286B80C97E}" dt="2024-07-23T07:14:46.843" v="3"/>
          <ac:spMkLst>
            <pc:docMk/>
            <pc:sldMk cId="2941354830" sldId="267"/>
            <ac:spMk id="16" creationId="{7A71C5B3-9FEF-EB13-AE72-77361D7AB06E}"/>
          </ac:spMkLst>
        </pc:spChg>
        <pc:spChg chg="del">
          <ac:chgData name="Hyunseok Choi" userId="15b35e18831287ca" providerId="LiveId" clId="{FC01457F-EF55-4A5F-A36F-B0286B80C97E}" dt="2024-07-23T07:14:41.518" v="2" actId="478"/>
          <ac:spMkLst>
            <pc:docMk/>
            <pc:sldMk cId="2941354830" sldId="267"/>
            <ac:spMk id="17" creationId="{0F31C90A-82CF-4D56-A1FC-4C86ADCABBC1}"/>
          </ac:spMkLst>
        </pc:spChg>
        <pc:spChg chg="del">
          <ac:chgData name="Hyunseok Choi" userId="15b35e18831287ca" providerId="LiveId" clId="{FC01457F-EF55-4A5F-A36F-B0286B80C97E}" dt="2024-07-23T07:14:41.518" v="2" actId="478"/>
          <ac:spMkLst>
            <pc:docMk/>
            <pc:sldMk cId="2941354830" sldId="267"/>
            <ac:spMk id="18" creationId="{494F3E60-86CA-470C-8E18-F14C247DA31F}"/>
          </ac:spMkLst>
        </pc:spChg>
        <pc:spChg chg="add mod">
          <ac:chgData name="Hyunseok Choi" userId="15b35e18831287ca" providerId="LiveId" clId="{FC01457F-EF55-4A5F-A36F-B0286B80C97E}" dt="2024-07-23T07:14:46.843" v="3"/>
          <ac:spMkLst>
            <pc:docMk/>
            <pc:sldMk cId="2941354830" sldId="267"/>
            <ac:spMk id="19" creationId="{F83A1400-C686-1BBA-1C4C-37AF901D5673}"/>
          </ac:spMkLst>
        </pc:spChg>
        <pc:picChg chg="add mod">
          <ac:chgData name="Hyunseok Choi" userId="15b35e18831287ca" providerId="LiveId" clId="{FC01457F-EF55-4A5F-A36F-B0286B80C97E}" dt="2024-07-23T07:14:46.843" v="3"/>
          <ac:picMkLst>
            <pc:docMk/>
            <pc:sldMk cId="2941354830" sldId="267"/>
            <ac:picMk id="2" creationId="{313DBE8D-D7C3-5BB2-676E-47C3FC60EE5E}"/>
          </ac:picMkLst>
        </pc:picChg>
        <pc:picChg chg="del">
          <ac:chgData name="Hyunseok Choi" userId="15b35e18831287ca" providerId="LiveId" clId="{FC01457F-EF55-4A5F-A36F-B0286B80C97E}" dt="2024-07-23T07:14:41.518" v="2" actId="478"/>
          <ac:picMkLst>
            <pc:docMk/>
            <pc:sldMk cId="2941354830" sldId="267"/>
            <ac:picMk id="3" creationId="{E806BA75-6A8D-4129-92B1-DD835DF3B59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B348-AD97-4490-B9F6-87F778D6A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FD99C7-0272-4AA5-BCD7-486280831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23641B-D472-440E-B16C-B2EC37E1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C51FB5-85B8-4093-9E75-E4EE29318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17DDC2-5688-41BC-92F9-F37BFE7E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38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E6DC2-79FD-401E-98D4-17237342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23B5D-9C1C-43D2-9DF4-91CA114D8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D5CCB5-8AA7-49A0-B84C-555F8802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2A576-6C16-449E-9E89-9761079A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6F7CE7-15A1-4D22-A2A3-BBD25785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77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03CEC-7D1F-4711-B3F5-950BF826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AF73B-0F24-4911-BCB4-3E55B143B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223E5-8BCE-41FA-A059-1C81B86E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B5858-F775-4123-A08D-F9EBBCD0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34762B-0B97-4CDE-97E2-DDDA8F45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07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C20E5-75F9-4221-8943-AC43EDD0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09689F-1184-459F-BD00-0648C2676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D15C0C-CF5E-4218-9FEF-E6BD6278F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E5A41D-7ABB-4122-BB0A-157BBBF3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C3E9AE-28B6-478F-A0A0-A1C69413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1F8B7D-0790-446A-9691-0732480D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20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8B0A4-720B-4AD1-8D37-6818C950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E200A3-4973-42EB-93A9-8E6130B5A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455A71-0C63-4B4F-9411-B8F88C07D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6C6239-21EC-4EED-A264-6A31BEAAF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32F0D8-56BE-4CF8-95FA-0AAF127AE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2666AE-9D14-45DA-99F6-FEBAB99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8EEDDD-86AC-4029-862B-A070725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903AAF-3EFC-47FB-A621-528EC529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36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70ACD-5C67-4CF5-85E4-D154BF24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08DE94-9D74-4D20-9917-6A0041B3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841CAE-D7E2-44FE-88C9-594DCC40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720ACD-8467-46ED-A501-9E367158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69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CE67F1-0815-43E1-ABCF-4D851BEE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4A3B83-39DA-457C-A194-8E39B1EC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1FD75-2611-4D48-97ED-35218C40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74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EFE05-281B-442A-AFF3-7007EA62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22BE0-3C8F-4CD1-8979-BF296CED8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25B81E-EB42-48A6-BC78-8A8A63111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250666-6121-493B-9174-CBA5C192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F28F2B-99A2-434D-A33F-6F0ED615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484B96-F160-4F68-8866-D3E50318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43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4CCCC-1AF7-48CF-82AA-C7AE4173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A0DE35-27D6-439B-B91A-D6988397D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32847A-8963-422C-99D5-DC7B67D57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E67CAD-CD78-4919-B867-F283A3C2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A99E9C-40D6-47C6-8DD4-9527023F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3066E1-854D-4D6F-B542-C4546E4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38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1A0AD-CB19-40AD-8FEF-CD6D7A902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03EB04-2CC4-45D9-BC70-CF16A6527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DDF986-122A-4B8E-8D83-27B06C98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41143F-5D75-4EE3-9D46-42C97E4D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077CEE-BD42-4547-8B17-05902408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10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5B8709-EECA-4923-94CF-DCE152983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89B1F4-631A-437C-89C4-A243D831A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54DE6-B99E-45E0-8E75-80ABDAD5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65A442-1C39-49E1-B70B-984E3815F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8D01A0-00E9-4781-83EE-E1EB91B5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49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73E450-CC8B-4BFD-B25E-99D0523D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9E833B-AC4B-421E-915D-6C8D1C590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6CEAF-81CD-4FAB-8239-593D4CF11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DAECE-4626-4522-B055-39969C4EC8C7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E3228E-5F7F-4567-810E-91B3730D8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406013-00AF-4D56-BF80-7AFAF412E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763BE-1EA5-4203-B7C2-80DD1D976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73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A6B9A2-6F34-4E90-A63B-565DD4627F68}"/>
              </a:ext>
            </a:extLst>
          </p:cNvPr>
          <p:cNvSpPr txBox="1"/>
          <p:nvPr/>
        </p:nvSpPr>
        <p:spPr>
          <a:xfrm>
            <a:off x="200526" y="232611"/>
            <a:ext cx="1778051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수정 요청사항</a:t>
            </a:r>
            <a:r>
              <a:rPr lang="en-US" altLang="ko-KR" dirty="0"/>
              <a:t>1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51B6DE-ACB1-4AC8-B86E-B4590726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6" y="1464427"/>
            <a:ext cx="11574379" cy="26235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55F67E-9854-4F42-A364-848F222D2AB2}"/>
              </a:ext>
            </a:extLst>
          </p:cNvPr>
          <p:cNvSpPr txBox="1"/>
          <p:nvPr/>
        </p:nvSpPr>
        <p:spPr>
          <a:xfrm>
            <a:off x="200525" y="753979"/>
            <a:ext cx="769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로그인 후 비밀번호를 변경하거나 개인 계정을 확인할 수 있는 기능 필요</a:t>
            </a:r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B33B4A-21AE-4B79-B6BB-D9DE415E771C}"/>
              </a:ext>
            </a:extLst>
          </p:cNvPr>
          <p:cNvSpPr/>
          <p:nvPr/>
        </p:nvSpPr>
        <p:spPr>
          <a:xfrm>
            <a:off x="8630653" y="1644316"/>
            <a:ext cx="1130968" cy="417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마이페이지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29D38-3C7A-431C-910A-C959E59E7D95}"/>
              </a:ext>
            </a:extLst>
          </p:cNvPr>
          <p:cNvSpPr txBox="1"/>
          <p:nvPr/>
        </p:nvSpPr>
        <p:spPr>
          <a:xfrm>
            <a:off x="585535" y="4445110"/>
            <a:ext cx="52132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페이지 내 필요 기능 </a:t>
            </a:r>
            <a:r>
              <a:rPr lang="en-US" altLang="ko-KR" dirty="0"/>
              <a:t>: </a:t>
            </a:r>
            <a:r>
              <a:rPr lang="ko-KR" altLang="en-US" dirty="0"/>
              <a:t>비밀번호 변경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페이지 내 보여주는 정보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매칭된 거래처 명 </a:t>
            </a:r>
            <a:r>
              <a:rPr lang="en-US" altLang="ko-KR" dirty="0"/>
              <a:t>(ex. </a:t>
            </a:r>
            <a:r>
              <a:rPr lang="ko-KR" altLang="en-US" dirty="0"/>
              <a:t>거래처 명 </a:t>
            </a:r>
            <a:r>
              <a:rPr lang="en-US" altLang="ko-KR" dirty="0"/>
              <a:t>: </a:t>
            </a:r>
            <a:r>
              <a:rPr lang="ko-KR" altLang="en-US" dirty="0"/>
              <a:t>㈜남양체인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55397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A6B9A2-6F34-4E90-A63B-565DD4627F68}"/>
              </a:ext>
            </a:extLst>
          </p:cNvPr>
          <p:cNvSpPr txBox="1"/>
          <p:nvPr/>
        </p:nvSpPr>
        <p:spPr>
          <a:xfrm>
            <a:off x="200526" y="232611"/>
            <a:ext cx="279044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수정 요청사항</a:t>
            </a:r>
            <a:r>
              <a:rPr lang="en-US" altLang="ko-KR" dirty="0"/>
              <a:t>1-</a:t>
            </a:r>
            <a:r>
              <a:rPr lang="ko-KR" altLang="en-US" dirty="0"/>
              <a:t>답변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5F67E-9854-4F42-A364-848F222D2AB2}"/>
              </a:ext>
            </a:extLst>
          </p:cNvPr>
          <p:cNvSpPr txBox="1"/>
          <p:nvPr/>
        </p:nvSpPr>
        <p:spPr>
          <a:xfrm>
            <a:off x="200525" y="753979"/>
            <a:ext cx="4126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대메뉴명</a:t>
            </a:r>
            <a:r>
              <a:rPr lang="ko-KR" altLang="en-US" dirty="0"/>
              <a:t> 변경</a:t>
            </a:r>
            <a:r>
              <a:rPr lang="en-US" altLang="ko-KR" dirty="0"/>
              <a:t>(</a:t>
            </a:r>
            <a:r>
              <a:rPr lang="ko-KR" altLang="en-US" dirty="0"/>
              <a:t>주문내역</a:t>
            </a:r>
            <a:r>
              <a:rPr lang="en-US" altLang="ko-KR" dirty="0"/>
              <a:t>-&gt;</a:t>
            </a:r>
            <a:r>
              <a:rPr lang="ko-KR" altLang="en-US" dirty="0"/>
              <a:t>마이페이지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중메뉴</a:t>
            </a:r>
            <a:r>
              <a:rPr lang="ko-KR" altLang="en-US" dirty="0"/>
              <a:t> 신설</a:t>
            </a:r>
            <a:r>
              <a:rPr lang="en-US" altLang="ko-KR" dirty="0"/>
              <a:t>(</a:t>
            </a:r>
            <a:r>
              <a:rPr lang="ko-KR" altLang="en-US" dirty="0"/>
              <a:t>내정보관리</a:t>
            </a:r>
            <a:r>
              <a:rPr lang="en-US" altLang="ko-KR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C5D430-08A1-EE0B-7370-A4438E52C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775" y="771677"/>
            <a:ext cx="6383086" cy="558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4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8BC2A3F-D662-A7FA-D3E5-1E17BCCAF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231" y="232611"/>
            <a:ext cx="6717216" cy="6536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8D090A-1C16-5AB4-7E87-FAA884FEEFD9}"/>
              </a:ext>
            </a:extLst>
          </p:cNvPr>
          <p:cNvSpPr txBox="1"/>
          <p:nvPr/>
        </p:nvSpPr>
        <p:spPr>
          <a:xfrm>
            <a:off x="200526" y="232611"/>
            <a:ext cx="17780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수정 요청사항</a:t>
            </a:r>
            <a:r>
              <a:rPr lang="en-US" altLang="ko-KR" dirty="0"/>
              <a:t>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85FC62-6A1C-6F03-6093-00C873929700}"/>
              </a:ext>
            </a:extLst>
          </p:cNvPr>
          <p:cNvSpPr/>
          <p:nvPr/>
        </p:nvSpPr>
        <p:spPr>
          <a:xfrm>
            <a:off x="3586713" y="3416980"/>
            <a:ext cx="790833" cy="22242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4795B3-25E2-37CF-A26B-5C16A535A6F3}"/>
              </a:ext>
            </a:extLst>
          </p:cNvPr>
          <p:cNvSpPr/>
          <p:nvPr/>
        </p:nvSpPr>
        <p:spPr>
          <a:xfrm>
            <a:off x="4723478" y="5692068"/>
            <a:ext cx="1625221" cy="5423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2B355-5808-FB73-0BC1-6F47FADE231B}"/>
              </a:ext>
            </a:extLst>
          </p:cNvPr>
          <p:cNvSpPr txBox="1"/>
          <p:nvPr/>
        </p:nvSpPr>
        <p:spPr>
          <a:xfrm>
            <a:off x="4261892" y="3057247"/>
            <a:ext cx="1651414" cy="2224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판매단가 삽입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9E603-DABC-26D9-503D-9227ED6AA20B}"/>
              </a:ext>
            </a:extLst>
          </p:cNvPr>
          <p:cNvSpPr txBox="1"/>
          <p:nvPr/>
        </p:nvSpPr>
        <p:spPr>
          <a:xfrm>
            <a:off x="6849021" y="5859457"/>
            <a:ext cx="1651414" cy="2224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주문금액 정보 삽입</a:t>
            </a:r>
            <a:endParaRPr lang="en-US" altLang="ko-KR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4E852A0-03B0-43A8-67FC-2D7B8A0FA4CE}"/>
              </a:ext>
            </a:extLst>
          </p:cNvPr>
          <p:cNvSpPr/>
          <p:nvPr/>
        </p:nvSpPr>
        <p:spPr>
          <a:xfrm>
            <a:off x="3240577" y="3370284"/>
            <a:ext cx="275559" cy="2883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7FFA54F-97F9-2F6A-F25F-68083EF1EA1B}"/>
              </a:ext>
            </a:extLst>
          </p:cNvPr>
          <p:cNvSpPr/>
          <p:nvPr/>
        </p:nvSpPr>
        <p:spPr>
          <a:xfrm>
            <a:off x="6528353" y="5859457"/>
            <a:ext cx="275559" cy="2883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647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A6B9A2-6F34-4E90-A63B-565DD4627F68}"/>
              </a:ext>
            </a:extLst>
          </p:cNvPr>
          <p:cNvSpPr txBox="1"/>
          <p:nvPr/>
        </p:nvSpPr>
        <p:spPr>
          <a:xfrm>
            <a:off x="200526" y="232611"/>
            <a:ext cx="233429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수정 요청사항</a:t>
            </a:r>
            <a:r>
              <a:rPr lang="en-US" altLang="ko-KR" dirty="0"/>
              <a:t>2-</a:t>
            </a:r>
            <a:r>
              <a:rPr lang="ko-KR" altLang="en-US" dirty="0"/>
              <a:t>답변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DFA58-2C21-E379-1BE4-1A9B7ED1D913}"/>
              </a:ext>
            </a:extLst>
          </p:cNvPr>
          <p:cNvSpPr txBox="1"/>
          <p:nvPr/>
        </p:nvSpPr>
        <p:spPr>
          <a:xfrm>
            <a:off x="200525" y="753979"/>
            <a:ext cx="55899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KNIC</a:t>
            </a:r>
            <a:r>
              <a:rPr lang="ko-KR" altLang="en-US" dirty="0"/>
              <a:t>와 협의 후 진행하겠습니다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컨텍</a:t>
            </a:r>
            <a:r>
              <a:rPr lang="ko-KR" altLang="en-US" dirty="0"/>
              <a:t> 포인트만 알려주시면 통화하여 진행하겠습니다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408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13DBE8D-D7C3-5BB2-676E-47C3FC60E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970" y="0"/>
            <a:ext cx="849405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2E0C70-688A-EDF8-557D-F7AEBD887E40}"/>
              </a:ext>
            </a:extLst>
          </p:cNvPr>
          <p:cNvSpPr txBox="1"/>
          <p:nvPr/>
        </p:nvSpPr>
        <p:spPr>
          <a:xfrm>
            <a:off x="163789" y="1935423"/>
            <a:ext cx="4199148" cy="55399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/>
              <a:t>선입금</a:t>
            </a:r>
            <a:r>
              <a:rPr lang="ko-KR" altLang="en-US" sz="1000" dirty="0"/>
              <a:t> 대상 거래처는 입금 확인 후에 주문이 확정됩니다</a:t>
            </a:r>
            <a:r>
              <a:rPr lang="en-US" altLang="ko-KR" sz="1000" dirty="0"/>
              <a:t>.</a:t>
            </a:r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계좌번호 </a:t>
            </a:r>
            <a:r>
              <a:rPr lang="en-US" altLang="ko-KR" sz="1000" dirty="0"/>
              <a:t>: </a:t>
            </a:r>
            <a:r>
              <a:rPr lang="ko-KR" altLang="en-US" sz="1000" dirty="0"/>
              <a:t>농협 </a:t>
            </a:r>
            <a:r>
              <a:rPr lang="en-US" altLang="ko-KR" sz="1000" dirty="0"/>
              <a:t>317-0010-0648-31, </a:t>
            </a:r>
            <a:r>
              <a:rPr lang="ko-KR" altLang="en-US" sz="1000" dirty="0"/>
              <a:t>예금주 </a:t>
            </a:r>
            <a:r>
              <a:rPr lang="en-US" altLang="ko-KR" sz="1000" dirty="0"/>
              <a:t>: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제주특별자치도개발공사</a:t>
            </a:r>
            <a:r>
              <a:rPr lang="en-US" altLang="ko-KR" sz="1000" dirty="0"/>
              <a:t>)</a:t>
            </a:r>
          </a:p>
          <a:p>
            <a:pPr algn="ctr"/>
            <a:r>
              <a:rPr lang="ko-KR" altLang="en-US" sz="1000" dirty="0"/>
              <a:t>카드결제를 원하시는 분은 </a:t>
            </a:r>
            <a:r>
              <a:rPr lang="en-US" altLang="ko-KR" sz="1000" dirty="0"/>
              <a:t>064-780-3494</a:t>
            </a:r>
            <a:r>
              <a:rPr lang="ko-KR" altLang="en-US" sz="1000" dirty="0"/>
              <a:t>로 연락주시기 바랍니다</a:t>
            </a:r>
            <a:r>
              <a:rPr lang="en-US" altLang="ko-KR" sz="1000" dirty="0"/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5F9A31-87BC-D89D-1533-CCAD499A0055}"/>
              </a:ext>
            </a:extLst>
          </p:cNvPr>
          <p:cNvSpPr/>
          <p:nvPr/>
        </p:nvSpPr>
        <p:spPr>
          <a:xfrm>
            <a:off x="4440935" y="1905000"/>
            <a:ext cx="3164778" cy="61484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60E7C7-3A56-74EC-5FA4-98E52D2B5D7A}"/>
              </a:ext>
            </a:extLst>
          </p:cNvPr>
          <p:cNvSpPr/>
          <p:nvPr/>
        </p:nvSpPr>
        <p:spPr>
          <a:xfrm>
            <a:off x="7313675" y="4107180"/>
            <a:ext cx="1418845" cy="24908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4FB6-4640-E1DC-EE14-4D755639F69A}"/>
              </a:ext>
            </a:extLst>
          </p:cNvPr>
          <p:cNvSpPr txBox="1"/>
          <p:nvPr/>
        </p:nvSpPr>
        <p:spPr>
          <a:xfrm>
            <a:off x="9122426" y="4067896"/>
            <a:ext cx="1651414" cy="2224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주문금액 정보 삽입</a:t>
            </a:r>
            <a:endParaRPr lang="en-US" altLang="ko-KR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EE59703-BABF-5BB0-6AF6-12856382C79C}"/>
              </a:ext>
            </a:extLst>
          </p:cNvPr>
          <p:cNvSpPr/>
          <p:nvPr/>
        </p:nvSpPr>
        <p:spPr>
          <a:xfrm>
            <a:off x="8801758" y="4067896"/>
            <a:ext cx="275559" cy="2883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F83C1-132A-A9DF-B2BE-33BB0BD702D0}"/>
              </a:ext>
            </a:extLst>
          </p:cNvPr>
          <p:cNvSpPr txBox="1"/>
          <p:nvPr/>
        </p:nvSpPr>
        <p:spPr>
          <a:xfrm>
            <a:off x="7998768" y="2086839"/>
            <a:ext cx="1651414" cy="2224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안내문구 추가</a:t>
            </a:r>
            <a:endParaRPr lang="en-US" altLang="ko-KR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A71C5B3-9FEF-EB13-AE72-77361D7AB06E}"/>
              </a:ext>
            </a:extLst>
          </p:cNvPr>
          <p:cNvSpPr/>
          <p:nvPr/>
        </p:nvSpPr>
        <p:spPr>
          <a:xfrm>
            <a:off x="7664461" y="2093367"/>
            <a:ext cx="275559" cy="28836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A1400-C686-1BBA-1C4C-37AF901D5673}"/>
              </a:ext>
            </a:extLst>
          </p:cNvPr>
          <p:cNvSpPr txBox="1"/>
          <p:nvPr/>
        </p:nvSpPr>
        <p:spPr>
          <a:xfrm>
            <a:off x="200526" y="232611"/>
            <a:ext cx="17780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수정 요청사항</a:t>
            </a:r>
            <a:r>
              <a:rPr lang="en-US" altLang="ko-K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4135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A6B9A2-6F34-4E90-A63B-565DD4627F68}"/>
              </a:ext>
            </a:extLst>
          </p:cNvPr>
          <p:cNvSpPr txBox="1"/>
          <p:nvPr/>
        </p:nvSpPr>
        <p:spPr>
          <a:xfrm>
            <a:off x="200526" y="232611"/>
            <a:ext cx="233429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수정 요청사항</a:t>
            </a:r>
            <a:r>
              <a:rPr lang="en-US" altLang="ko-KR" dirty="0"/>
              <a:t>3-</a:t>
            </a:r>
            <a:r>
              <a:rPr lang="ko-KR" altLang="en-US" dirty="0"/>
              <a:t>답변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197923-4EB8-01F8-4871-94D7DD1D1EB4}"/>
              </a:ext>
            </a:extLst>
          </p:cNvPr>
          <p:cNvSpPr txBox="1"/>
          <p:nvPr/>
        </p:nvSpPr>
        <p:spPr>
          <a:xfrm>
            <a:off x="200525" y="753979"/>
            <a:ext cx="6364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주문완료 및 주문수정완료 페이지에 적용하도록 하겠습니다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719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A6B9A2-6F34-4E90-A63B-565DD4627F68}"/>
              </a:ext>
            </a:extLst>
          </p:cNvPr>
          <p:cNvSpPr txBox="1"/>
          <p:nvPr/>
        </p:nvSpPr>
        <p:spPr>
          <a:xfrm>
            <a:off x="200526" y="232611"/>
            <a:ext cx="17780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수정 요청사항</a:t>
            </a:r>
            <a:r>
              <a:rPr lang="en-US" altLang="ko-KR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E05EB-61BB-47EC-A5A0-7DCBB784FF23}"/>
              </a:ext>
            </a:extLst>
          </p:cNvPr>
          <p:cNvSpPr txBox="1"/>
          <p:nvPr/>
        </p:nvSpPr>
        <p:spPr>
          <a:xfrm>
            <a:off x="200525" y="753979"/>
            <a:ext cx="5210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주문완료 페이지에서 안내문구 및 주문금액 추가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1C90A-82CF-4D56-A1FC-4C86ADCABBC1}"/>
              </a:ext>
            </a:extLst>
          </p:cNvPr>
          <p:cNvSpPr txBox="1"/>
          <p:nvPr/>
        </p:nvSpPr>
        <p:spPr>
          <a:xfrm>
            <a:off x="318551" y="3576478"/>
            <a:ext cx="7516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계좌번호 </a:t>
            </a:r>
            <a:r>
              <a:rPr lang="en-US" altLang="ko-KR" dirty="0"/>
              <a:t>: </a:t>
            </a:r>
            <a:r>
              <a:rPr lang="ko-KR" altLang="en-US" dirty="0"/>
              <a:t>농협 </a:t>
            </a:r>
            <a:r>
              <a:rPr lang="en-US" altLang="ko-KR" dirty="0"/>
              <a:t>317-0010-0648-31, </a:t>
            </a:r>
            <a:r>
              <a:rPr lang="ko-KR" altLang="en-US" dirty="0"/>
              <a:t>예금주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제주특별자치도개발공사</a:t>
            </a:r>
            <a:r>
              <a:rPr lang="en-US" altLang="ko-KR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579781-689B-4522-83F3-FE6E5B6C8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8" y="1275347"/>
            <a:ext cx="7629525" cy="208597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890975-FE02-43A0-ACEC-7BCA665D233F}"/>
              </a:ext>
            </a:extLst>
          </p:cNvPr>
          <p:cNvSpPr/>
          <p:nvPr/>
        </p:nvSpPr>
        <p:spPr>
          <a:xfrm>
            <a:off x="2524008" y="2622884"/>
            <a:ext cx="1943718" cy="352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입금계좌 정보</a:t>
            </a:r>
            <a:r>
              <a:rPr lang="en-US" altLang="ko-KR" sz="1400" dirty="0"/>
              <a:t>) </a:t>
            </a:r>
            <a:r>
              <a:rPr lang="ko-KR" altLang="en-US" sz="1400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138601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A6B9A2-6F34-4E90-A63B-565DD4627F68}"/>
              </a:ext>
            </a:extLst>
          </p:cNvPr>
          <p:cNvSpPr txBox="1"/>
          <p:nvPr/>
        </p:nvSpPr>
        <p:spPr>
          <a:xfrm>
            <a:off x="200526" y="232611"/>
            <a:ext cx="233429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수정 요청사항</a:t>
            </a:r>
            <a:r>
              <a:rPr lang="en-US" altLang="ko-KR" dirty="0"/>
              <a:t>4-</a:t>
            </a:r>
            <a:r>
              <a:rPr lang="ko-KR" altLang="en-US" dirty="0"/>
              <a:t>답변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E05EB-61BB-47EC-A5A0-7DCBB784FF23}"/>
              </a:ext>
            </a:extLst>
          </p:cNvPr>
          <p:cNvSpPr txBox="1"/>
          <p:nvPr/>
        </p:nvSpPr>
        <p:spPr>
          <a:xfrm>
            <a:off x="200525" y="753979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반영하도록 하겠습니다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434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160</Words>
  <Application>Microsoft Office PowerPoint</Application>
  <PresentationFormat>와이드스크린</PresentationFormat>
  <Paragraphs>35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Hyunseok Choi</cp:lastModifiedBy>
  <cp:revision>25</cp:revision>
  <cp:lastPrinted>2024-07-23T01:29:05Z</cp:lastPrinted>
  <dcterms:created xsi:type="dcterms:W3CDTF">2024-03-05T00:09:38Z</dcterms:created>
  <dcterms:modified xsi:type="dcterms:W3CDTF">2024-07-23T07:14:48Z</dcterms:modified>
</cp:coreProperties>
</file>